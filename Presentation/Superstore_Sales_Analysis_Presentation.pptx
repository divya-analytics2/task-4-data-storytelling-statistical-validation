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28C29-422A-994D-3936-21AF3F3BF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CF5BF-57E2-0BA0-8B10-4F06F3D90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40338-CF18-5C31-B909-87F06FE1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BC31F-1EDC-B5AF-DBE0-51B682DD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4CA09-F2B7-0AF8-6CF0-11FBA171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48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D3C0-E0C0-310C-E674-6D27ECE8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7861-78EA-270B-B532-1069B211E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48A42-3F7F-CF4D-B4CC-C02FFB0FF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B2F9C-146D-CB6D-3C83-A2200583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9B065-DB42-B41F-8868-DD986E35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3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6A3A-97E3-96F8-B0B8-1FC9E9F8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10089-16D9-B5A2-3180-2E93081B9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B366F-145E-B404-4C6A-22755451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0D9D2-CE42-72DC-EC7D-82E7913C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7857E-E759-EAF0-42BB-D5A3167E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9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4A74B-2660-ED29-1066-60D2DC39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F625B-3895-FE9E-EAF4-539FAADC9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56742-BF7A-DF2A-3B24-BD7A31E8A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45722-0812-9527-7841-0BCAE4C04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3457B-59E8-F4CF-0E0C-BA664D23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4775B-E89B-E828-2367-B86FD7E9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51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ACC44-5629-D8A9-FD04-BB318401C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34A9F-97E9-DF2E-424F-A49EA5869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96622-DE4A-AD0C-1411-5693FDE9E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41AC3-9089-6C5C-8DFC-E7BAF45E6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285F2-C016-BC8A-38E1-D1D7F0240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BA3C6-0F84-F766-7AA8-6C7A29D87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FD4DE-8E1F-B49C-A238-B81921A2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7DA7AA-3C42-6FD0-F50A-FBB89B9A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9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38091-B26B-BD4D-90F1-2AACF8A2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442E9-612A-8F13-4DF3-8F8676972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2F6D3-91BE-4F72-D290-2825C652B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BAFF0-3764-24B7-71D7-E5248A21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394AC-AE28-70F1-2F1E-B2B445BD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11BAE-D586-619D-3D9C-BAFABEB6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7C26F-ECA4-7C91-59E7-0953B0D49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78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B000-E38B-4860-DBE7-277BCC29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C5475-03AF-0C98-5EBD-37A88B2AA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B7C3E-C07B-522C-85FC-DC63E1CCC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4403F-DBDA-1B78-747E-2355BF61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50C15-FBC7-A285-5B5D-E30EFA05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8500B-BFCF-6854-8EC9-2A6F18AB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98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EBE1-5530-D9EE-A62F-0FFC2A31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8ACFE6-62C7-B66A-B5C0-586F17146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25ED1-FE0A-720B-F69A-E2D2C3697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1D1B3-6D2D-7CC0-998A-5FF764F5C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957E7-49BB-064B-6610-F096B160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E6756-10AB-4B67-E82C-6AC96AF6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9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5254-5A72-2E78-0B19-5394837D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D6335-A8ED-D81C-5ED5-DEB19B023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11E9E-B1E3-65D8-578E-ABD4C015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813AC-BF83-E960-F5DE-8990C748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036DC-6102-9ED8-F743-0D72BC7CF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4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53979-C944-FD65-713C-85188115F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D1F8B-F9E1-87E2-AACA-E19BD7E91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CC3E5-8016-9D3D-EB47-EADD2ADB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78BC0-A77F-41F9-6E94-34B190BF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A37F6-430D-A6B1-0DF7-362D886F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90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D1D19-F731-4378-2E86-2B3F3474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0D185-1E1B-AB0F-E32C-CC6258400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2EA92-9815-1A46-4FDC-34AF3519B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EC887-00A2-43B2-8B64-8D8F7E2356E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079C7-36BC-C974-B90A-E333D1F6C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3ABE9-A10A-C556-4787-63B539AF6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9399D-7755-4F50-977C-74E1E4343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428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766F-52BE-A983-5DED-4E032EDF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Superstore Sales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81741-0C07-8BD1-F2E5-8CBDFC9F5E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Storytelling &amp; Statistical Validation</a:t>
            </a:r>
          </a:p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: Nalli Divya</a:t>
            </a:r>
          </a:p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01/03/2026</a:t>
            </a:r>
          </a:p>
        </p:txBody>
      </p:sp>
    </p:spTree>
    <p:extLst>
      <p:ext uri="{BB962C8B-B14F-4D97-AF65-F5344CB8AC3E}">
        <p14:creationId xmlns:p14="http://schemas.microsoft.com/office/powerpoint/2010/main" val="753266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15373-5A9F-0026-1D9E-786FFB6F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3E814-19C1-9ABA-E02B-735F83393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Despite generating $2.26M in total sales with a healthy 25% profit margin, the company lacks clarity on which regions and product categories are driving profitability and which segments require strategic improvement. The business needs data-driven insights to optimize regional performance and maximize overall revenue growth.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86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4FF4-26F6-D752-E0AB-A3F1392C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7CE8C-77E3-D22F-14D8-2CC4BF728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Sales: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$2.26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Million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Profit: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$565.38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Thousand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Margin: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25%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Orders: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4,922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Value: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$459.48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covers multiple Regions, Categories, and Years (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2015–2018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10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565F-EEE4-9088-DD61-A1AC2CB9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by Category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1C32F45E-3CBD-C8EA-069E-A39AFDDDE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46037" y="1786749"/>
            <a:ext cx="2639277" cy="25625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F0D2A8-42A3-097B-B0FE-C2CA0B33B7EB}"/>
              </a:ext>
            </a:extLst>
          </p:cNvPr>
          <p:cNvSpPr txBox="1"/>
          <p:nvPr/>
        </p:nvSpPr>
        <p:spPr>
          <a:xfrm>
            <a:off x="992170" y="1588786"/>
            <a:ext cx="739768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category generates the highest sales revenue.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Furniture and Office Supplies contribute moderately.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distribution shows dependency on specific product categories.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Focusing on high-performing categories can further increase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671626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30C6-94CE-E57D-76A2-5977E6A7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by Region</a:t>
            </a:r>
          </a:p>
        </p:txBody>
      </p: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EBBBCB37-1894-3CEC-80B1-52D97E5D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769" y="2130458"/>
            <a:ext cx="2487283" cy="235541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AAE7C4-19A5-D18A-2045-1914C1B6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75482" cy="4351338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West region contributes the highest share of total sales.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East and Central regions show moderate performance.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regions demonstrate lower revenue contribution.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sales variation indicates potential imbalance in market performance.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676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346B-A545-BA0A-4A91-2DEF724B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55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 Over Time (2015-2018)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79E16-F30D-48DB-3320-A311C16EC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7917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show a consistent upward growth trend from 2015 to 2018.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Year-on-year increase indicates expanding business performance.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major decline observed during the period.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 trend reflects stable demand and operational efficiency.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11A33EA2-F6FC-E566-1C3E-D9485396B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210" y="1989318"/>
            <a:ext cx="2712334" cy="271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4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3493-F6C8-C47C-9FC7-395E7CC7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30ECC-3999-85B5-816F-3BAF07966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379697" cy="3302556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is primarily driven by the Technology category.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West region is the strongest contributor to overall sales.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has shown steady growth over the years.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margin of 25% indicates healthy business operations.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performance differences across regions suggest potential improvement opportunities.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DF517-E9AF-9E2F-49DF-082957756CB0}"/>
              </a:ext>
            </a:extLst>
          </p:cNvPr>
          <p:cNvSpPr txBox="1"/>
          <p:nvPr/>
        </p:nvSpPr>
        <p:spPr>
          <a:xfrm>
            <a:off x="908900" y="5167312"/>
            <a:ext cx="102382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observed regional variation raises an important question: Are these differences statistically significant?</a:t>
            </a:r>
          </a:p>
        </p:txBody>
      </p:sp>
    </p:spTree>
    <p:extLst>
      <p:ext uri="{BB962C8B-B14F-4D97-AF65-F5344CB8AC3E}">
        <p14:creationId xmlns:p14="http://schemas.microsoft.com/office/powerpoint/2010/main" val="2188038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8CE6-C4C0-35EB-9D1D-E18D3C026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testing – Regional sales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55ADD-B5A1-63C4-CC75-3F48828A7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determine whether the differences in sales across regions are statistically significant.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Hypothesis (H₀):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no significant difference in sales across regions.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Hypothesis (H₁):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significant difference in sales across regions.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Significance Level (α):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0.05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973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F4BDC-8D0F-3E5B-60AC-5C77F77C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Anova Test – regional Sales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86DD2-B5FB-A159-FA93-A5F664FC4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58666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test whether there is a significant difference in sales across regions.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Used: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One-Way ANOVA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Significance Level (α) = 0.05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Results: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F-value = 0.8974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P-value = 0.4416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F-critical = 2.6058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P-value (0.4416) &gt; 0.05,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fail to reject the null hypothesis.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no statistically significant difference in sales among West, East, Central, and South regions.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F3109FBC-9105-3CCC-A4F3-3882209FF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210" y="2432115"/>
            <a:ext cx="7264651" cy="302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2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C5D0-5953-76E2-C86E-66FE06952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975"/>
            <a:ext cx="8334081" cy="1307151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7A60A-95BA-014D-D7D0-BEDF7D0E0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724"/>
            <a:ext cx="10653074" cy="519734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Performance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West, East, Central, and South regions show slight variation in average sales.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ANOVA results indicate that the difference is not statistically significant.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means regional location alone does not strongly impact overall sales performance.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Distribution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are relatively balanced across all regions.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single region dominates overall revenue significantly.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consistency is observed across markets.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Variability Observation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Within-region sales variability is high.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suggests factors like product type, pricing, seasonality, or promotions may influence sales more than region.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Insight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P-value = 0.4416 (&gt; 0.05)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fail to reject the null hypothesis.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differences among regions are not statistically significant.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715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5A7B-9CCC-87A5-5350-5554154A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D6FA4-91A1-4085-3A0E-A9641A670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407977" cy="4486275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Uniform Strategy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there is no strong regional difference, the company can implement a standardized marketing strategy across all regions.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Other Factors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of focusing only on region, analyze: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categories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trends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Promotional campaigns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may have a stronger impact on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Low-Performing Periods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months or quarters with low sales and introduce targeted campaigns.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Product-Level Optimization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top-performing products and expand their availability across all regions.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BE3D-02DC-80A4-5282-F82C898A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IN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F5310-AF81-FE2C-EDE1-314014B44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963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One-Way ANOVA test was conducted to determine whether there is a significant difference in sales among four regions.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results show that: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P-value (0.4416) is greater than the significance level (0.05).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fail to reject the null hypothesis.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indicates that there is no statistically significant difference in sales across regions.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Overall, regional location does not appear to be a major factor influencing sales performance. Future strategies should focus on product-level and seasonal analysis rather than geographical differences.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02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746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Superstore Sales Performance Analysis</vt:lpstr>
      <vt:lpstr>Business Problem</vt:lpstr>
      <vt:lpstr>Dataset Overview</vt:lpstr>
      <vt:lpstr>Sales Performance by Category</vt:lpstr>
      <vt:lpstr>Sales Performance by Region</vt:lpstr>
      <vt:lpstr>Sales Trend Over Time (2015-2018)</vt:lpstr>
      <vt:lpstr>Key Business Insights</vt:lpstr>
      <vt:lpstr>Hypothesis testing – Regional sales Comparison</vt:lpstr>
      <vt:lpstr>Anova Test – regional Sales Comparison</vt:lpstr>
      <vt:lpstr>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NALLI</dc:creator>
  <cp:lastModifiedBy>DIVYA NALLI</cp:lastModifiedBy>
  <cp:revision>3</cp:revision>
  <dcterms:created xsi:type="dcterms:W3CDTF">2026-02-28T23:21:01Z</dcterms:created>
  <dcterms:modified xsi:type="dcterms:W3CDTF">2026-03-01T01:24:54Z</dcterms:modified>
</cp:coreProperties>
</file>